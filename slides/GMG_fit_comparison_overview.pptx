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822960"/>
            <a:ext cx="3840480" cy="3840480"/>
          </a:xfrm>
          <a:prstGeom prst="ellipse">
            <a:avLst/>
          </a:prstGeom>
          <a:solidFill>
            <a:srgbClr val="1C729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6035040"/>
            <a:ext cx="3291840" cy="3291840"/>
          </a:xfrm>
          <a:prstGeom prst="ellipse">
            <a:avLst/>
          </a:prstGeom>
          <a:solidFill>
            <a:srgbClr val="1C729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"/>
              </a:rPr>
              <a:t>GMG Fit Comparison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Aptos"/>
              </a:rPr>
              <a:t>CHT vs. Hankel vs. 1/√x — all three fits overlaid on data, per wavenumber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Aptos"/>
              </a:rPr>
              <a:t>860–1000 cm⁻¹  ·  3 samples · 15 wavenumbers each  ·  combined overlay + a/b/c/d panel breakdown per 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graphene_3x1_manual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ptos"/>
              </a:rPr>
              <a:t>Gr/SiO₂/Si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1000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100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100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991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9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9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8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8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7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7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6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6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950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5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5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941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4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4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930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3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3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920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2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2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911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1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1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90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90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890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89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89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88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88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87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87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Gr/SiO₂/Si</a:t>
            </a:r>
          </a:p>
        </p:txBody>
      </p:sp>
      <p:pic>
        <p:nvPicPr>
          <p:cNvPr id="4" name="Picture 3" descr="86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02" y="960120"/>
            <a:ext cx="4234491" cy="3100509"/>
          </a:xfrm>
          <a:prstGeom prst="rect">
            <a:avLst/>
          </a:prstGeom>
        </p:spPr>
      </p:pic>
      <p:pic>
        <p:nvPicPr>
          <p:cNvPr id="5" name="Picture 4" descr="86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2069"/>
            <a:ext cx="11277295" cy="26144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graphene_4x1_lp1 (edge)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ptos"/>
              </a:rPr>
              <a:t>MoO₃(4.2nm)/Gr/SiO₂/Si — edge (lp1)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1000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100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100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991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9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9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8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8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7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7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6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6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950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5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5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941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4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4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930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3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3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920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2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2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911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1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1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90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0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890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89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89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88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88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87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87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edge (lp1)</a:t>
            </a:r>
          </a:p>
        </p:txBody>
      </p:sp>
      <p:pic>
        <p:nvPicPr>
          <p:cNvPr id="4" name="Picture 3" descr="86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86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graphene_4x1_lp2 (interior)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Aptos"/>
              </a:rPr>
              <a:t>MoO₃(4.2nm)/Gr/SiO₂/Si — interior (lp2)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1000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100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100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991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9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9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8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8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7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7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6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6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950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5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5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941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4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23" y="960120"/>
            <a:ext cx="4209049" cy="3081880"/>
          </a:xfrm>
          <a:prstGeom prst="rect">
            <a:avLst/>
          </a:prstGeom>
        </p:spPr>
      </p:pic>
      <p:pic>
        <p:nvPicPr>
          <p:cNvPr id="5" name="Picture 4" descr="94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3440"/>
            <a:ext cx="11277295" cy="26331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930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3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23" y="960120"/>
            <a:ext cx="4209049" cy="3081880"/>
          </a:xfrm>
          <a:prstGeom prst="rect">
            <a:avLst/>
          </a:prstGeom>
        </p:spPr>
      </p:pic>
      <p:pic>
        <p:nvPicPr>
          <p:cNvPr id="5" name="Picture 4" descr="93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3440"/>
            <a:ext cx="11277295" cy="2633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920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2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23" y="960120"/>
            <a:ext cx="4209049" cy="3081880"/>
          </a:xfrm>
          <a:prstGeom prst="rect">
            <a:avLst/>
          </a:prstGeom>
        </p:spPr>
      </p:pic>
      <p:pic>
        <p:nvPicPr>
          <p:cNvPr id="5" name="Picture 4" descr="92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3440"/>
            <a:ext cx="11277295" cy="26331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911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11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11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900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90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90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890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89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89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880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88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23" y="960120"/>
            <a:ext cx="4209049" cy="3081880"/>
          </a:xfrm>
          <a:prstGeom prst="rect">
            <a:avLst/>
          </a:prstGeom>
        </p:spPr>
      </p:pic>
      <p:pic>
        <p:nvPicPr>
          <p:cNvPr id="5" name="Picture 4" descr="88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3440"/>
            <a:ext cx="11277295" cy="26331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870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87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371" y="960120"/>
            <a:ext cx="4214953" cy="3086203"/>
          </a:xfrm>
          <a:prstGeom prst="rect">
            <a:avLst/>
          </a:prstGeom>
        </p:spPr>
      </p:pic>
      <p:pic>
        <p:nvPicPr>
          <p:cNvPr id="5" name="Picture 4" descr="87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7763"/>
            <a:ext cx="11277295" cy="262879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tos"/>
              </a:rPr>
              <a:t>860 cm⁻¹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Aptos"/>
              </a:rPr>
              <a:t>MoO₃(4.2nm)/Gr/SiO₂/Si — interior (lp2)</a:t>
            </a:r>
          </a:p>
        </p:txBody>
      </p:sp>
      <p:pic>
        <p:nvPicPr>
          <p:cNvPr id="4" name="Picture 3" descr="860cm-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15" y="960120"/>
            <a:ext cx="4208064" cy="3081159"/>
          </a:xfrm>
          <a:prstGeom prst="rect">
            <a:avLst/>
          </a:prstGeom>
        </p:spPr>
      </p:pic>
      <p:pic>
        <p:nvPicPr>
          <p:cNvPr id="5" name="Picture 4" descr="860cm-1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32719"/>
            <a:ext cx="11277295" cy="26338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