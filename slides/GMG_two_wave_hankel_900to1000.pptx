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Two-wave Hankel Fit (q + 2q)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Aptos"/>
              </a:rPr>
              <a:t>graphene_4x1_manual lp1 (edge), wn = 900-1000 cm⁻¹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Aptos"/>
              </a:rPr>
              <a:t>Single-wave Hankel vs. two-wave (edge-launched q + tip-launched 2q) fit, compared against the FFT's own 2-Lorentzian-peak decomposition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900cm⁻¹</a:t>
            </a:r>
          </a:p>
        </p:txBody>
      </p:sp>
      <p:pic>
        <p:nvPicPr>
          <p:cNvPr id="3" name="Picture 2" descr="9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0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911cm⁻¹</a:t>
            </a:r>
          </a:p>
        </p:txBody>
      </p:sp>
      <p:pic>
        <p:nvPicPr>
          <p:cNvPr id="3" name="Picture 2" descr="91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1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920cm⁻¹</a:t>
            </a:r>
          </a:p>
        </p:txBody>
      </p:sp>
      <p:pic>
        <p:nvPicPr>
          <p:cNvPr id="3" name="Picture 2" descr="92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2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930cm⁻¹</a:t>
            </a:r>
          </a:p>
        </p:txBody>
      </p:sp>
      <p:pic>
        <p:nvPicPr>
          <p:cNvPr id="3" name="Picture 2" descr="93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3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941cm⁻¹</a:t>
            </a:r>
          </a:p>
        </p:txBody>
      </p:sp>
      <p:pic>
        <p:nvPicPr>
          <p:cNvPr id="3" name="Picture 2" descr="94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4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950cm⁻¹</a:t>
            </a:r>
          </a:p>
        </p:txBody>
      </p:sp>
      <p:pic>
        <p:nvPicPr>
          <p:cNvPr id="3" name="Picture 2" descr="95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5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960cm⁻¹</a:t>
            </a:r>
          </a:p>
        </p:txBody>
      </p:sp>
      <p:pic>
        <p:nvPicPr>
          <p:cNvPr id="3" name="Picture 2" descr="96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6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970cm⁻¹</a:t>
            </a:r>
          </a:p>
        </p:txBody>
      </p:sp>
      <p:pic>
        <p:nvPicPr>
          <p:cNvPr id="3" name="Picture 2" descr="97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7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6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980cm⁻¹</a:t>
            </a:r>
          </a:p>
        </p:txBody>
      </p:sp>
      <p:pic>
        <p:nvPicPr>
          <p:cNvPr id="3" name="Picture 2" descr="98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8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7432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Aptos"/>
              </a:rPr>
              <a:t>991cm⁻¹</a:t>
            </a:r>
          </a:p>
        </p:txBody>
      </p:sp>
      <p:pic>
        <p:nvPicPr>
          <p:cNvPr id="3" name="Picture 2" descr="991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991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426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39" y="274320"/>
            <a:ext cx="2216331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400" b="1" i="0" dirty="0">
                <a:solidFill>
                  <a:srgbClr val="1E2761"/>
                </a:solidFill>
                <a:latin typeface="Aptos"/>
              </a:rPr>
              <a:t>1000cm⁻¹</a:t>
            </a:r>
          </a:p>
        </p:txBody>
      </p:sp>
      <p:pic>
        <p:nvPicPr>
          <p:cNvPr id="3" name="Picture 2" descr="1000cm-1_hankel2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807" y="137160"/>
            <a:ext cx="4754880" cy="3566160"/>
          </a:xfrm>
          <a:prstGeom prst="rect">
            <a:avLst/>
          </a:prstGeom>
        </p:spPr>
      </p:pic>
      <p:pic>
        <p:nvPicPr>
          <p:cNvPr id="4" name="Picture 3" descr="1000cm-1_fft_slidef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840480"/>
            <a:ext cx="11551615" cy="2733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</Words>
  <Application>Microsoft Macintosh PowerPoint</Application>
  <PresentationFormat>Widescreen</PresentationFormat>
  <Paragraphs>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 ZHE ZHOU</cp:lastModifiedBy>
  <cp:revision>2</cp:revision>
  <dcterms:created xsi:type="dcterms:W3CDTF">2013-01-27T09:14:16Z</dcterms:created>
  <dcterms:modified xsi:type="dcterms:W3CDTF">2026-07-21T20:08:42Z</dcterms:modified>
  <cp:category/>
</cp:coreProperties>
</file>